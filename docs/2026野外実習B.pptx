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4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02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73BF42-6BFD-6991-F92A-5A35F99E5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A8B72A-0C34-D67E-44C7-657FEE45C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5B01D4-86BC-C69D-B310-DE4C22FC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8DB246-C430-763D-DFBC-8B42814B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553737-FC3C-E0DC-1075-BD07F939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64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CD73A-C290-94FE-BA40-61269408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33DED1-EB66-F3C1-FD71-046BA9EC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404D33-DFC6-1F8E-E45B-C1054451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8384AC-3A18-DDC5-4EA1-A4918953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79B21D-E650-36E9-BE2D-08007149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9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F3266-B433-A18D-D7BF-C4B31757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65CCCC-3BF3-7C86-0C24-D79BBCC5B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EF97C2-64E5-7BD0-85C5-56CFD3A2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68C8F9-31AF-5959-C163-27479B1A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53F8DF-A7AD-E7BD-9586-8CE0AABD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34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7F9FA-9A05-3BC4-0EFA-B088F56A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B17811-2E0A-5A20-6D58-AA18A0270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C019C4-9A75-D58E-65A2-1426F5E71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F411F8-25EE-2276-CE20-80A79414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B81C38-BE9F-0CA4-D6BB-ADB54C16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C816C8-BAAA-9E18-7279-BAF42094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25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481AB-91A9-C2EA-B04B-2E359171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486EE3-E17C-C3F5-36C0-4732B0F23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E3FCE9-36D8-6905-28BF-7B82695DE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5DF70E-1627-8DDC-0FCA-C3BBA6CB9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A42BC8-BAD9-E3DE-0401-5B34C4FC7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289FA4-460A-5AD6-A3B6-83B78FB0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93D39E-079D-506B-C01C-5096D325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DB3FCFA-89A0-1F19-7286-0C99A1FE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65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79042-95B3-10B9-1C84-7EF31826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EEFE60-485A-B536-2ED1-A98C5A22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EF09BB2-A3CD-8DF1-0614-ACC174D9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489805C-6575-81F0-A7DA-36841294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55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6F6B2A-1C54-EEF1-DB82-B0BAECF7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F0410C-EF06-EB3A-614E-BD62AD78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47225D-438C-C797-F91A-29BCE15C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17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94872A-F66B-406A-39B6-4F1F9D489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A5B42A-CC45-DF7A-4849-3E06EE4C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AEE3D1-55BC-360C-E161-2544F6C2C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D93E16-AC51-A44C-89E9-B396EA21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BA7D3F-D87F-8BEC-9270-620257AF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155C4B-5906-8F6C-D863-1136952F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50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FFEDB-6D61-3EC7-DA40-BB3BB224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F76B24-D692-5AA6-9B90-A14072D71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79F3C9-67F9-9875-DACB-521EE3A24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DC3184-D69B-5F03-56F3-98519EA1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D7A93E-5D79-64AB-114D-E6C47E68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E241FB-99E9-06C3-AE38-13357C77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9083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66519-1337-38BB-A558-1AB92C80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D94010-7435-EDD0-5177-B4E828131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B6FBD6-1C51-0435-F65B-B4D491C7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B53D0-29DF-9256-10C4-0E349663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F5B5EA-319C-2EC5-B067-529C4DC0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64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3F55EE2-3165-C475-6B5C-0A9F02C17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973D31-5242-5206-9CE3-CAE4E6EF0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8215C2-8137-4248-0C88-9424039C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FD7234-A9E6-F49F-775B-F621784B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344AED-C200-41D2-A082-92C2421D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05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2DA3E0-CD6B-C71E-0064-782A8E7D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30AF1E-A071-68C0-D868-2859A9518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BB0AF0-F379-9495-AE39-B2D181B33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E5DDE-7AB5-4372-B7AC-61C91BD43AA7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24E00-15B3-B516-4E1A-A0CE92477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1C494A-9177-3814-3F84-B0B061294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0F226-18E0-41D7-A11E-402D474E16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797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円柱 5">
            <a:extLst>
              <a:ext uri="{FF2B5EF4-FFF2-40B4-BE49-F238E27FC236}">
                <a16:creationId xmlns:a16="http://schemas.microsoft.com/office/drawing/2014/main" id="{16AD1B66-E94D-79BC-8C01-CCBBBFD59863}"/>
              </a:ext>
            </a:extLst>
          </p:cNvPr>
          <p:cNvSpPr/>
          <p:nvPr/>
        </p:nvSpPr>
        <p:spPr>
          <a:xfrm rot="742358">
            <a:off x="4453854" y="1796543"/>
            <a:ext cx="1538893" cy="2325416"/>
          </a:xfrm>
          <a:prstGeom prst="ca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直方体 4">
            <a:extLst>
              <a:ext uri="{FF2B5EF4-FFF2-40B4-BE49-F238E27FC236}">
                <a16:creationId xmlns:a16="http://schemas.microsoft.com/office/drawing/2014/main" id="{352AACCB-D5B0-9BF4-CDCC-D633D2E0A892}"/>
              </a:ext>
            </a:extLst>
          </p:cNvPr>
          <p:cNvSpPr/>
          <p:nvPr/>
        </p:nvSpPr>
        <p:spPr>
          <a:xfrm rot="1805328">
            <a:off x="2767397" y="1304093"/>
            <a:ext cx="4726221" cy="3131683"/>
          </a:xfrm>
          <a:prstGeom prst="cube">
            <a:avLst/>
          </a:prstGeom>
          <a:solidFill>
            <a:srgbClr val="156082">
              <a:alpha val="4784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BECE3F1-239E-6AA4-02F8-C629FF394DC3}"/>
              </a:ext>
            </a:extLst>
          </p:cNvPr>
          <p:cNvCxnSpPr>
            <a:cxnSpLocks/>
          </p:cNvCxnSpPr>
          <p:nvPr/>
        </p:nvCxnSpPr>
        <p:spPr>
          <a:xfrm>
            <a:off x="5438553" y="2028010"/>
            <a:ext cx="568842" cy="56706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直方体 9">
            <a:extLst>
              <a:ext uri="{FF2B5EF4-FFF2-40B4-BE49-F238E27FC236}">
                <a16:creationId xmlns:a16="http://schemas.microsoft.com/office/drawing/2014/main" id="{A3511B79-611D-4C01-F428-008A9C060282}"/>
              </a:ext>
            </a:extLst>
          </p:cNvPr>
          <p:cNvSpPr/>
          <p:nvPr/>
        </p:nvSpPr>
        <p:spPr>
          <a:xfrm>
            <a:off x="955158" y="5181859"/>
            <a:ext cx="10281683" cy="667062"/>
          </a:xfrm>
          <a:prstGeom prst="cube">
            <a:avLst>
              <a:gd name="adj" fmla="val 82382"/>
            </a:avLst>
          </a:prstGeom>
          <a:solidFill>
            <a:srgbClr val="D9D9D9">
              <a:alpha val="5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939AD77-3DC5-B2AE-AB3E-DB088FBB46E1}"/>
              </a:ext>
            </a:extLst>
          </p:cNvPr>
          <p:cNvCxnSpPr>
            <a:cxnSpLocks/>
          </p:cNvCxnSpPr>
          <p:nvPr/>
        </p:nvCxnSpPr>
        <p:spPr>
          <a:xfrm flipV="1">
            <a:off x="731874" y="4675418"/>
            <a:ext cx="724786" cy="712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75C4601-405B-1651-B771-3F940EBA9DB5}"/>
              </a:ext>
            </a:extLst>
          </p:cNvPr>
          <p:cNvCxnSpPr>
            <a:cxnSpLocks/>
          </p:cNvCxnSpPr>
          <p:nvPr/>
        </p:nvCxnSpPr>
        <p:spPr>
          <a:xfrm>
            <a:off x="955158" y="6100063"/>
            <a:ext cx="1255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18E7584-77B0-510A-7168-B4077F1BCE94}"/>
              </a:ext>
            </a:extLst>
          </p:cNvPr>
          <p:cNvSpPr txBox="1"/>
          <p:nvPr/>
        </p:nvSpPr>
        <p:spPr>
          <a:xfrm>
            <a:off x="1635912" y="4146699"/>
            <a:ext cx="11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Xg</a:t>
            </a:r>
            <a:r>
              <a:rPr kumimoji="1" lang="en-US" altLang="ja-JP" dirty="0"/>
              <a:t> (</a:t>
            </a:r>
            <a:r>
              <a:rPr kumimoji="1" lang="ja-JP" altLang="en-US" dirty="0"/>
              <a:t>北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5631FC-2AEC-313D-15A4-0C3E786AD9F9}"/>
              </a:ext>
            </a:extLst>
          </p:cNvPr>
          <p:cNvSpPr txBox="1"/>
          <p:nvPr/>
        </p:nvSpPr>
        <p:spPr>
          <a:xfrm>
            <a:off x="2393135" y="5929960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Yg</a:t>
            </a:r>
            <a:r>
              <a:rPr kumimoji="1" lang="en-US" altLang="ja-JP" dirty="0"/>
              <a:t> (</a:t>
            </a:r>
            <a:r>
              <a:rPr lang="ja-JP" altLang="en-US" dirty="0"/>
              <a:t>東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11804B7-D641-445E-ECD7-B58471A497B5}"/>
              </a:ext>
            </a:extLst>
          </p:cNvPr>
          <p:cNvSpPr txBox="1"/>
          <p:nvPr/>
        </p:nvSpPr>
        <p:spPr>
          <a:xfrm>
            <a:off x="6974958" y="186069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古地磁気方位（オレンジ）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7EAAA9D-DA6D-E63C-6749-BE4135CF7129}"/>
              </a:ext>
            </a:extLst>
          </p:cNvPr>
          <p:cNvSpPr txBox="1"/>
          <p:nvPr/>
        </p:nvSpPr>
        <p:spPr>
          <a:xfrm>
            <a:off x="7943119" y="318636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ブロック試料（青）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6F43BBD-79D3-059C-D198-7D16325F08EF}"/>
              </a:ext>
            </a:extLst>
          </p:cNvPr>
          <p:cNvSpPr txBox="1"/>
          <p:nvPr/>
        </p:nvSpPr>
        <p:spPr>
          <a:xfrm>
            <a:off x="6200470" y="119465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試片（</a:t>
            </a:r>
            <a:r>
              <a:rPr lang="ja-JP" altLang="en-US" dirty="0"/>
              <a:t>赤</a:t>
            </a:r>
            <a:r>
              <a:rPr kumimoji="1" lang="ja-JP" altLang="en-US" dirty="0"/>
              <a:t>）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199E9F7-04F6-ED19-227D-6E6E5B36793E}"/>
              </a:ext>
            </a:extLst>
          </p:cNvPr>
          <p:cNvCxnSpPr>
            <a:cxnSpLocks/>
          </p:cNvCxnSpPr>
          <p:nvPr/>
        </p:nvCxnSpPr>
        <p:spPr>
          <a:xfrm flipV="1">
            <a:off x="4041314" y="1105786"/>
            <a:ext cx="1089193" cy="177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1A007D-314C-08BC-DFFB-7A859206186A}"/>
              </a:ext>
            </a:extLst>
          </p:cNvPr>
          <p:cNvSpPr txBox="1"/>
          <p:nvPr/>
        </p:nvSpPr>
        <p:spPr>
          <a:xfrm>
            <a:off x="5223300" y="660930"/>
            <a:ext cx="11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Xb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8430BB3-9722-4C57-16CC-F632B51EAC26}"/>
              </a:ext>
            </a:extLst>
          </p:cNvPr>
          <p:cNvCxnSpPr>
            <a:cxnSpLocks/>
          </p:cNvCxnSpPr>
          <p:nvPr/>
        </p:nvCxnSpPr>
        <p:spPr>
          <a:xfrm>
            <a:off x="4706284" y="1221643"/>
            <a:ext cx="178897" cy="355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08E5351-D44C-9CEF-567E-3D3CF0E3C4A8}"/>
              </a:ext>
            </a:extLst>
          </p:cNvPr>
          <p:cNvSpPr txBox="1"/>
          <p:nvPr/>
        </p:nvSpPr>
        <p:spPr>
          <a:xfrm>
            <a:off x="4342294" y="1263831"/>
            <a:ext cx="11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Yb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804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円柱 5">
            <a:extLst>
              <a:ext uri="{FF2B5EF4-FFF2-40B4-BE49-F238E27FC236}">
                <a16:creationId xmlns:a16="http://schemas.microsoft.com/office/drawing/2014/main" id="{16AD1B66-E94D-79BC-8C01-CCBBBFD59863}"/>
              </a:ext>
            </a:extLst>
          </p:cNvPr>
          <p:cNvSpPr/>
          <p:nvPr/>
        </p:nvSpPr>
        <p:spPr>
          <a:xfrm rot="742358">
            <a:off x="5390707" y="3480389"/>
            <a:ext cx="457200" cy="1318438"/>
          </a:xfrm>
          <a:prstGeom prst="ca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直方体 4">
            <a:extLst>
              <a:ext uri="{FF2B5EF4-FFF2-40B4-BE49-F238E27FC236}">
                <a16:creationId xmlns:a16="http://schemas.microsoft.com/office/drawing/2014/main" id="{352AACCB-D5B0-9BF4-CDCC-D633D2E0A892}"/>
              </a:ext>
            </a:extLst>
          </p:cNvPr>
          <p:cNvSpPr/>
          <p:nvPr/>
        </p:nvSpPr>
        <p:spPr>
          <a:xfrm rot="1805328">
            <a:off x="3684181" y="3232298"/>
            <a:ext cx="3870251" cy="2232837"/>
          </a:xfrm>
          <a:prstGeom prst="cube">
            <a:avLst/>
          </a:prstGeom>
          <a:solidFill>
            <a:srgbClr val="156082">
              <a:alpha val="4784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BECE3F1-239E-6AA4-02F8-C629FF394DC3}"/>
              </a:ext>
            </a:extLst>
          </p:cNvPr>
          <p:cNvCxnSpPr/>
          <p:nvPr/>
        </p:nvCxnSpPr>
        <p:spPr>
          <a:xfrm>
            <a:off x="5800059" y="3572540"/>
            <a:ext cx="568842" cy="56706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直方体 9">
            <a:extLst>
              <a:ext uri="{FF2B5EF4-FFF2-40B4-BE49-F238E27FC236}">
                <a16:creationId xmlns:a16="http://schemas.microsoft.com/office/drawing/2014/main" id="{A3511B79-611D-4C01-F428-008A9C060282}"/>
              </a:ext>
            </a:extLst>
          </p:cNvPr>
          <p:cNvSpPr/>
          <p:nvPr/>
        </p:nvSpPr>
        <p:spPr>
          <a:xfrm>
            <a:off x="1274135" y="5815256"/>
            <a:ext cx="10281683" cy="667062"/>
          </a:xfrm>
          <a:prstGeom prst="cube">
            <a:avLst>
              <a:gd name="adj" fmla="val 82382"/>
            </a:avLst>
          </a:prstGeom>
          <a:solidFill>
            <a:srgbClr val="D9D9D9">
              <a:alpha val="5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4499754-17C1-FEA2-F926-C31E45A6D1A1}"/>
              </a:ext>
            </a:extLst>
          </p:cNvPr>
          <p:cNvSpPr/>
          <p:nvPr/>
        </p:nvSpPr>
        <p:spPr>
          <a:xfrm>
            <a:off x="478465" y="563526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偏角測定結果（入力）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653B76F-701A-F90C-BA04-D0FEACA31B09}"/>
              </a:ext>
            </a:extLst>
          </p:cNvPr>
          <p:cNvSpPr/>
          <p:nvPr/>
        </p:nvSpPr>
        <p:spPr>
          <a:xfrm>
            <a:off x="478465" y="1201480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伏角測定結果（入力）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A0AA70F-B9F1-200E-AABB-15ADEE715B4F}"/>
              </a:ext>
            </a:extLst>
          </p:cNvPr>
          <p:cNvSpPr/>
          <p:nvPr/>
        </p:nvSpPr>
        <p:spPr>
          <a:xfrm>
            <a:off x="7340010" y="563526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ブロック試料座標偏角（表示）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66F0A-BB32-1481-1509-E8450B22187F}"/>
              </a:ext>
            </a:extLst>
          </p:cNvPr>
          <p:cNvSpPr/>
          <p:nvPr/>
        </p:nvSpPr>
        <p:spPr>
          <a:xfrm>
            <a:off x="7340010" y="1201480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ブロック試料座標伏角（表示）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A59BA8B-052C-09CB-9220-ED36499D545D}"/>
              </a:ext>
            </a:extLst>
          </p:cNvPr>
          <p:cNvSpPr/>
          <p:nvPr/>
        </p:nvSpPr>
        <p:spPr>
          <a:xfrm>
            <a:off x="478464" y="1880950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ブロック試料走向（入力）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B1521FA-DE58-509D-29EA-866BD971F70F}"/>
              </a:ext>
            </a:extLst>
          </p:cNvPr>
          <p:cNvSpPr/>
          <p:nvPr/>
        </p:nvSpPr>
        <p:spPr>
          <a:xfrm>
            <a:off x="478464" y="2412577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ブロック試料傾斜（入力）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27F622D-6EBA-FA9D-F646-4E627E9A5989}"/>
              </a:ext>
            </a:extLst>
          </p:cNvPr>
          <p:cNvSpPr/>
          <p:nvPr/>
        </p:nvSpPr>
        <p:spPr>
          <a:xfrm>
            <a:off x="478464" y="2917630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試片走向（入力）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542FA6C-115A-8007-F797-D349277132FB}"/>
              </a:ext>
            </a:extLst>
          </p:cNvPr>
          <p:cNvSpPr/>
          <p:nvPr/>
        </p:nvSpPr>
        <p:spPr>
          <a:xfrm>
            <a:off x="478464" y="3508368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試片傾斜（入力）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0C4D218-AF08-8D24-62A3-7E05C9AA2DC1}"/>
              </a:ext>
            </a:extLst>
          </p:cNvPr>
          <p:cNvSpPr/>
          <p:nvPr/>
        </p:nvSpPr>
        <p:spPr>
          <a:xfrm>
            <a:off x="3838352" y="1129200"/>
            <a:ext cx="2530549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表示・計算（ボタン）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AFED1E6-5A51-B45A-04D6-C505A20E6972}"/>
              </a:ext>
            </a:extLst>
          </p:cNvPr>
          <p:cNvSpPr/>
          <p:nvPr/>
        </p:nvSpPr>
        <p:spPr>
          <a:xfrm>
            <a:off x="8059478" y="2424861"/>
            <a:ext cx="2849527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地理座標表示（ボタン）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558E120-1D6B-8788-B265-2A2DFB44ACCF}"/>
              </a:ext>
            </a:extLst>
          </p:cNvPr>
          <p:cNvSpPr/>
          <p:nvPr/>
        </p:nvSpPr>
        <p:spPr>
          <a:xfrm>
            <a:off x="8059478" y="3026738"/>
            <a:ext cx="2849527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ブロック試料座標表示（ボタン）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D2D7244-853B-9956-1979-321CED153FBD}"/>
              </a:ext>
            </a:extLst>
          </p:cNvPr>
          <p:cNvSpPr/>
          <p:nvPr/>
        </p:nvSpPr>
        <p:spPr>
          <a:xfrm>
            <a:off x="8059478" y="3715956"/>
            <a:ext cx="2849527" cy="445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試片座標表示（ボタン）</a:t>
            </a:r>
          </a:p>
        </p:txBody>
      </p:sp>
    </p:spTree>
    <p:extLst>
      <p:ext uri="{BB962C8B-B14F-4D97-AF65-F5344CB8AC3E}">
        <p14:creationId xmlns:p14="http://schemas.microsoft.com/office/powerpoint/2010/main" val="99511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97</Words>
  <Application>Microsoft Office PowerPoint</Application>
  <PresentationFormat>ワイド画面</PresentationFormat>
  <Paragraphs>19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臼井 洋一</dc:creator>
  <cp:lastModifiedBy>臼井 洋一</cp:lastModifiedBy>
  <cp:revision>1</cp:revision>
  <dcterms:created xsi:type="dcterms:W3CDTF">2026-10-17T21:22:12Z</dcterms:created>
  <dcterms:modified xsi:type="dcterms:W3CDTF">2026-10-17T21:42:00Z</dcterms:modified>
</cp:coreProperties>
</file>